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</a:rPr>
              <a:t>From a question to a validated simulation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Multi-agent LLM framework on NERSC Perlmutter — 6 executed case studies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question → plan → sampling → per-column ELM runs → analysis → observation validation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generated 2026-07-05 from workflow_outputs/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1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28" y="1005840"/>
            <a:ext cx="700023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20 columns ran as one batch job (concurrent) in 58 min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808" y="3931920"/>
            <a:ext cx="6736079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riv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49" y="1188720"/>
            <a:ext cx="660139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wtd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3390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28556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driver × response (Pearson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all 20 columns · correlations across ALL columns — when precip is quantized, elevation and precip are confo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Ksat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-0.03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In the representative Naches profiles the model sends incoming water almost entirely to ET and soil storage: surface runoff is only ~3–5% of P (23–95 mm/yr) and sub-surface recharge is effectively nil (−0.2 to −3.6 mm/yr in 19 of 20 columns; one anomalous column shows +291 mm/yr). This partitioning tracks precipitation (recharge–P r=0.61), not elevation (r=0.15).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Precip ↑ → runoff ↑ (r=0.78) but stays 3–5% of P → most water infiltrates, not overland.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Recharge ≈0 with QDRAI=0 everywhere → deep drainage inactive; no groundwater coupling.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Clay ↑ → ET ↓ (r=−0.79), ksat ↑ → ET ↑ (r=0.55) → low-conductivity layers trap water in root zone.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Storage_change 199–1098 mm and closure residuals 117–888 mm/yr → column not equilibrated (no spin-up).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Observations contradict the model: modeled yield 64.9 vs 1427 mm/yr, NSE=−1.11, ZWT 8.8 m vs 15.2 m wells, SWE 154–640 vs 645–1981 mm. Top caveat: single unrouted, un-spun-up columns can't reproduce integrated streamflow or deep water table.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spin-up to close the storage/residual gap before trusting recharge sign.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Route + area-weight columns to a gage for a valid yield/hydrograph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8.8 m vs Fan 13.46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64.9 mm/yr vs observed specific discharge 1426.8 mm/yr (American River Near Nile,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(daily hydrograph):  </a:t>
            </a:r>
            <a:r>
              <a:rPr sz="1200">
                <a:solidFill>
                  <a:srgbClr val="0F172A"/>
                </a:solidFill>
              </a:rPr>
              <a:t>NSE=-1.11, KGE=-0.476 (r=0.359, variability α=0.084, bias β=0.036) — column-mean QOVER+QDRAI vs gauge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snow water equivalent:  </a:t>
            </a:r>
            <a:r>
              <a:rPr sz="1200">
                <a:solidFill>
                  <a:srgbClr val="0F172A"/>
                </a:solidFill>
              </a:rPr>
              <a:t>model peak SWE 154–640 mm across columns vs observed 645–1981 mm across stations (coarse uniform forcing — expect underestimation)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249" y="3383280"/>
            <a:ext cx="3927196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2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28" y="1005840"/>
            <a:ext cx="700023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20 columns ran as one batch job (concurrent) in 61 min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808" y="3931920"/>
            <a:ext cx="6736079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riv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49" y="1188720"/>
            <a:ext cx="660139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wtd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33906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cold_vs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454" y="1188720"/>
            <a:ext cx="928278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driver × response (Pearson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all 20 columns · correlations across ALL columns — when precip is quantized, elevation and precip are confo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Ksat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The representative Naches profiles are strongly infiltration-dominated: surface runoff is only 0–16% of precipitation (median ~0.14, max 0.27 at col_14), while sub-surface drainage + recharge take the majority (drainage 0.55–0.88 of P where the water table is shallow; recharge 0.4–0.8 of P where it is deep). ET is nearly invariant (~190–265 mm/yr) regardless of input.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Higher precip → more infiltration (r=0.50) and more runoff (r=0.61), but runoff stays a small share → deep soils absorb most input.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Shallow water table (col_02,03,09,14,17: ZWT 3.6–4.8 m) → QDRAI dominates (0.55–1.07 of P) and recharge goes negative → lateral drainage bleeds storage.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Deep water table (ZWT ~20–29 m) → drainage≈0, recharge captures 0.5–0.8 of P → water banks as storage, no outlet.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More clay → less runoff (r=−0.30); low-ksat col_08 (ksat 0.1, clay 54%) still infiltrates 0.89 of P → clay throttles surface flow, not deep percolation here.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Model ZWT (median 12.4 m) brackets Fan (13.5 m) and wells (15.2 m); SWE is underestimated (238–1000 vs obs 645–1981 mm) from coarse forcing. Top caveat: no spin-up — enormous storage_change (up to +1427 mm) and closure residuals (col_17 +1148, col_15 +970 mm) mean recharge/storage terms are non-equilibrated, not steady-state fluxes.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Run multi-decade spin-up, then re-derive recharge — closes the storage imbalance driving the residuals.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routing/aggregation to an in-domain gauge to convert QOVER+QDRAI into validatable streamflow.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12.39 m vs Fan 13.46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(water yield):  </a:t>
            </a:r>
            <a:r>
              <a:rPr sz="1200">
                <a:solidFill>
                  <a:srgbClr val="0F172A"/>
                </a:solidFill>
              </a:rPr>
              <a:t>no in-domain gauge had 1995 daily records  — needs: runoff routing / column aggregation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(daily hydrograph):  </a:t>
            </a:r>
            <a:r>
              <a:rPr sz="1200">
                <a:solidFill>
                  <a:srgbClr val="0F172A"/>
                </a:solidFill>
              </a:rPr>
              <a:t>daily comparison unavailable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snow water equivalent:  </a:t>
            </a:r>
            <a:r>
              <a:rPr sz="1200">
                <a:solidFill>
                  <a:srgbClr val="0F172A"/>
                </a:solidFill>
              </a:rPr>
              <a:t>model peak SWE 238–1000 mm across columns vs observed 645–1981 mm across stations (coarse uniform forcing — expect underestimation)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23" y="3383280"/>
            <a:ext cx="888064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3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“Determine the partitioning of runoff, infiltration, and recharge and the processes that control it across the Naches sub-watershed (HUC8 17030002, eastern Cascades, WA), and validate against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partitioning of precip+snowmelt into surface runoff, infiltration, and deep drainage (recharge) across the Naches, and attribute it to elevation/snow regime, soil layering, and ET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confront simulated SWE against SNOTEL and integrated runoff against USGS streamflow; treat recharge as an unvalidated water-balance residual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N=10 — stratified (elevation primary, soil-layering secondary) with validation columns pinned to observation sites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elevation bands x 2 soil contrasts = 8 to span the dominant snow-regime gradient and the infiltration-vs-recharge soil control, +2 replicates at the rain-snow transition (bands 2-3) where partitioning is most sensitive. Soil kept to 2 levels because only point SSURGO exists (gridded soil is a gap).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28" y="1005840"/>
            <a:ext cx="700023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10/10 columns succeeded · ~3 min each (~15 s clone per column, shared executable)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soil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690" y="3931920"/>
            <a:ext cx="511631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In the wet columns (1373 mm/yr precip) recharge dominates partitioning at 81–87% of throughput (~510–650 mm/yr) with only 13–19% runoff, whereas the two dry columns (793 mm/yr) yield essentially zero recharge and route nearly all water to runoff — so partitioning is set by precipitation forcing (r=0.897) and soil clay (r=−0.877), not elevation (weak fit, r²=0.35).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Precip step 793→1373 mm/yr -&gt; recharge fraction −0.001→0.81+ : threshold wetness enables drainage.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Clay-max ↑ (col_02/08, 25–31%) -&gt; recharge drops to 310–347 mm/yr : low-Ksat base perches flow.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Low-clay/high-Ksat (col_03/06, ≤14%) -&gt; recharge peaks 576–648 mm/yr : open profile drains freely.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Elevation +1000 m -&gt; runoff only +18 mm/yr (r²=0.20) : elevation acts mainly via forcing, unresolved here.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Modeled water yield 490 vs observed 1427 mm/yr under-predicts ~3× (headwater gauge bias); recharge is an unvalidated residual. Top caveat: precip is quantized to 2 bins, not elevation-downscaled, so the elevation gradient is artificial.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Rerun with elevation-downscaled forcing to separate snow-regime from the precip step.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gridded soil + groundwater coupling to test the clay-recharge control and deep-WTD offset (8.4 vs 15 m).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8.37 m vs Fan 3.11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490.1 mm/yr vs observed specific discharge 1426.8 mm/yr (American River Near Nile,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(daily hydrograph):  </a:t>
            </a:r>
            <a:r>
              <a:rPr sz="1200">
                <a:solidFill>
                  <a:srgbClr val="0F172A"/>
                </a:solidFill>
              </a:rPr>
              <a:t>daily comparison unavailable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snow water equivalent:  </a:t>
            </a:r>
            <a:r>
              <a:rPr sz="1200">
                <a:solidFill>
                  <a:srgbClr val="0F172A"/>
                </a:solidFill>
              </a:rPr>
              <a:t>observed peak SWE 645–1981 mm across stations vs column forcing precip 793, 1373 mm/yr — this run predates SWE (H2OSNO) in the history output  — needs: snow/SWE history output (default since 2026-07) + elevation-downscaled forcing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23" y="3383280"/>
            <a:ext cx="888064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4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28" y="1005840"/>
            <a:ext cx="700023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8/8 columns succeeded · ~3 min each (~15 s clone per column, shared executable)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31" y="1463040"/>
            <a:ext cx="7327833" cy="2377440"/>
          </a:xfrm>
          <a:prstGeom prst="rect">
            <a:avLst/>
          </a:prstGeom>
        </p:spPr>
      </p:pic>
      <p:pic>
        <p:nvPicPr>
          <p:cNvPr id="5" name="Picture 4" descr="soil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690" y="3931920"/>
            <a:ext cx="511631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418390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Under wetter forcing (1373 mm/yr) the representative Naches profile routes ~81–87% of water to sub-surface drainage/recharge and only ~13–19% to surface runoff (col_02–08), but this partitioning is soil- and forcing-controlled, not elevation-driven. Observational validation largely fails (streamflow NSE=−1.13, KGE=−0.57), so the split is a process result, not a validated basin flux.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Precip 793→1373 mm/yr -&gt; recharge flips −0.03 to 346–648 mm/yr (r=0.908) -&gt; deeper profile wetting.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Higher clay_max -&gt; lower recharge (r=−0.906) -&gt; low-Ksat layer impedes vertical drainage.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Dry column (col_01, 793 mm) -&gt; recharge_fraction −0.0006, runoff ~1.0 -&gt; ET consumes nearly all infiltration.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Elevation fit weak (r²=0.36, uniform forcing) -&gt; no resolvable snow/orographic control.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Wells (obs 15.2 m vs model 8.3 m ZWT) and streamflow (557 vs 1427 mm/yr; NSE=−1.13) contradict absolute fluxes; top caveat — single unrouted, un-spun-up columns with elevation-uniform forcing cannot reproduce integrated gauge flow.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runoff routing + area-weighting to test the modeled 13–19% runoff share against gauge yield.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Apply elevation-downscaled forcing + SWE output to resolve the missing snow-regime partitioning control.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8.31 m vs Fan 1.18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557.8 mm/yr vs observed specific discharge 1426.8 mm/yr (American River Near Nile,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(daily hydrograph):  </a:t>
            </a:r>
            <a:r>
              <a:rPr sz="1200">
                <a:solidFill>
                  <a:srgbClr val="0F172A"/>
                </a:solidFill>
              </a:rPr>
              <a:t>NSE=-1.127, KGE=-0.567 (r=0.052, variability α=0.182, bias β=0.057) — column-mean QOVER+QDRAI vs gauge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snow water equivalent:  </a:t>
            </a:r>
            <a:r>
              <a:rPr sz="1200">
                <a:solidFill>
                  <a:srgbClr val="0F172A"/>
                </a:solidFill>
              </a:rPr>
              <a:t>observed peak SWE 645–1981 mm across stations vs column forcing precip 793, 1373 mm/yr — this run predates SWE (H2OSNO) in the history output  — needs: snow/SWE history output (default since 2026-07) + elevation-downscaled forcing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698" y="3383280"/>
            <a:ext cx="389229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5 — Walla Walla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17070102 · 4600.97 km² · elevation 169.4–1675.0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Walla Walla basin (HUC8 17070102), validate with observations. Thanks”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column-scale partitioning of precipitation among surface runoff, sub-surface drainage/deep recharge (QDRAI), and ET, and its sensitivity to the levers the stack can pull (soil texture, 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simulated water balance against observed streamflow (integrated), water-table depth, and SNOTEL SWE — to the extent each is feasible in-domain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(soil × elevation-band surface data) with forcing-period treatments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Four elevation bands give surface-data (soil/PFT) spanning across the basin; sampling ~2 columns per band (dominant + secondary soil where heterogeneity exists once gridded soil is ingested) yields 8. This is NOT an elevation/climate test — forcing is uniform — it spans surface heterogeneity. The forcing-period axis (baseline/wet/drought) is applied as a treatment over the same columns, not as extra columns, to probe partitioning sensitivity to climate variability.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Elevation/climate-gradient control on partitioning (snow-dominated headwaters vs. semi-arid lowland)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SNOTEL SWE / montane snowpack validation — needs elevation-downscaled forcing + snow/SWE history output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28" y="1005840"/>
            <a:ext cx="700023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4/4 columns succeeded · ~7 min each (~15 s clone per column, shared executable)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783" y="1463040"/>
            <a:ext cx="7402128" cy="2377440"/>
          </a:xfrm>
          <a:prstGeom prst="rect">
            <a:avLst/>
          </a:prstGeom>
        </p:spPr>
      </p:pic>
      <p:pic>
        <p:nvPicPr>
          <p:cNvPr id="5" name="Picture 4" descr="soil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7690" y="3931920"/>
            <a:ext cx="511631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418390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driver × response (Pearson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all 8 columns · correlations across ALL columns — when precip is quantized, elevation and precip are confo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Ksat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+0.93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+0.99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Partitioning is runoff- and ET-dominated: with uniform 530 mm/yr precip, 7 of 8 columns route essentially all drainage to surface runoff (~26–30 mm/yr) with near-zero/negative recharge, leaving ET as the ~500 mm/yr residual. Deep recharge appears only in the sandy-loam column (col_02: 94.8 mm/yr, 71% of P), so recharge is soil-controlled, not elevation-controlled.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High Ksat -&gt; recharge (r=0.993); col_02 (Ksat 92 µm/s) yields 94.8 mm/yr — coarse soil permits drainage.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High clay -&gt; suppressed recharge (r=−0.545); silt/loam columns (Ksat 0.9–9) sit at ~0 mm/yr — fine pores impede percolation.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Uniform forcing (1 precip bin, 530 mm/yr) -&gt; weak elevation fit (r²=0.20) — apparent gradient is really soil.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Low runoff + ~0 recharge -&gt; ET dominates (~500 mm/yr residual) — semi-arid evaporative demand.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Observations contradict magnitude: yield 40.7 vs gauged 152–715 mm/yr, hydrograph NSE=−1.46, WTD 8.8 vs 63.9 m. Top caveat: single-column, no routing/spin-up/elevation-downscaled forcing — headwater snow and lateral flow are missing.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elevation-downscaled forcing + SWE output to capture montane snowmelt runoff (missing yield).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Ingest gridded soil + spin-up to test whether coarse-soil fraction reconciles recharge and water-table depth.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Walla Walla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2 · stream gages 159 · GW wells 200 (4/10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8.8 m vs Fan 43.71 m vs observed wells 63.94 m (median; n=4)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40.7 mm/yr vs observed specific discharge 151.6, 714.9, 404.3, 158.1 mm/yr (Tucannon River Near Starbuck, Wa, Mill Creek Near Walla Walla, Wa, Mill Creek At Walla Walla, Wa, Walla Walla River Near Touchet,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(daily hydrograph):  </a:t>
            </a:r>
            <a:r>
              <a:rPr sz="1200">
                <a:solidFill>
                  <a:srgbClr val="0F172A"/>
                </a:solidFill>
              </a:rPr>
              <a:t>NSE=-1.462, KGE=-0.151 (r=0.235, variability α=0.702, bias β=0.193) — column-mean QOVER+QDRAI vs gauge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snow water equivalent:  </a:t>
            </a:r>
            <a:r>
              <a:rPr sz="1200">
                <a:solidFill>
                  <a:srgbClr val="0F172A"/>
                </a:solidFill>
              </a:rPr>
              <a:t>observed peak SWE 843–843 mm across stations vs column forcing precip 530 mm/yr — this run predates SWE (H2OSNO) in the history output  — needs: snow/SWE history output (default since 2026-07) + elevation-downscaled forcing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044" y="3383280"/>
            <a:ext cx="3987607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6 — Controlled soil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7 uniform-soil treatments (clay05, clay10, clay18, clay27, clay35, clay45, clay55) at one site — forcing, vegetation and location held identical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“Controlled experiment: how does soil texture (clay content) control the runoff/recharge partitioning?”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design:  </a:t>
            </a:r>
            <a:r>
              <a:rPr sz="1400">
                <a:solidFill>
                  <a:srgbClr val="0F172A"/>
                </a:solidFill>
              </a:rPr>
              <a:t>conceptual archetype — vary ONE factor (clay 5→55%), hold everything else fixed; the cleanest isolation of soil control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Controlled soil sweep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7/7 columns succeeded · ~3 min each (~15 s clone per column, shared executable)</a:t>
            </a:r>
          </a:p>
        </p:txBody>
      </p:sp>
      <p:pic>
        <p:nvPicPr>
          <p:cNvPr id="4" name="Picture 3" descr="soil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690" y="1463040"/>
            <a:ext cx="5116315" cy="2377440"/>
          </a:xfrm>
          <a:prstGeom prst="rect">
            <a:avLst/>
          </a:prstGeom>
        </p:spPr>
      </p:pic>
      <p:pic>
        <p:nvPicPr>
          <p:cNvPr id="5" name="Picture 4" descr="debug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343" y="3931920"/>
            <a:ext cx="6391008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CLM_QIAN (Qian 2006, T62 ≈ 1.9°) precip at the column.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Controlled soil sweep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Increasing topsoil clay from 5% to 55% cuts annual recharge ~88× (754.7→8.6 mm/yr) and flips the system from recharge- to runoff-dominated: recharge fraction drops 0.88→0.10 while runoff fraction rises 0.12→0.90, with the crossover near 45% clay (recharge:runoff ≈0.97).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Clay 5→55% -&gt; recharge 754.7→8.6 mm/yr; low Ksat blocks infiltration.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Clay 5→55% -&gt; runoff fraction 0.12→0.90; rejected water runs off.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Clay_max -&gt; recharge r=−0.932 (forcing held 1373 mm/yr); soil-driven, not climate.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Clay 5→55% -&gt; water table 7.84→8.80 m; less deep drainage, deeper WT.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Strong soil-recharge signal (r=−0.932) with precip fixed isolates texture; but no observational validation and Ksat values are null, so the recharge-clay mapping rests on model pedotransfer assumptions.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water-table/streamflow observations to confirm the ~45% runoff crossover.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Vary Ksat independently of clay% (currently null) to disentangle texture vs. conductivity control on recharge.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Cross-study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same framework, three experiments — the control on recharge/runoff partitioning depends on climate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828800"/>
                <a:gridCol w="2011680"/>
                <a:gridCol w="33832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forcing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recharge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strongest control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459, 474, 509, 611, 619, 682, 699, 727, 735, 793, 941, 975, 1153, 1361, 1580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-3.6 → 291.2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459, 474, 509, 611, 619, 682, 699, 727, 735, 793, 941, 975, 1153, 1361, 1580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-84.8 → 1298.8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793, 1373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-0.1 → 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recharge_vs_clay_max (r=-0.877)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793, 1373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-0.0 → 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recharge_vs_clay_max (r=-0.906)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Walla Walla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-0.7 → 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recharge_vs_ksat_min (r=0.993)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Controlled soil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8.6 → 754.7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recharge_vs_clay_max (r=-0.932)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wet basin:  </a:t>
            </a:r>
            <a:r>
              <a:rPr sz="1400">
                <a:solidFill>
                  <a:srgbClr val="0F172A"/>
                </a:solidFill>
              </a:rPr>
              <a:t>recharge is CLAY-limited — water is ample; the impeding layer decides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dry basin:  </a:t>
            </a:r>
            <a:r>
              <a:rPr sz="1400">
                <a:solidFill>
                  <a:srgbClr val="0F172A"/>
                </a:solidFill>
              </a:rPr>
              <a:t>recharge is Ksat-limited (threshold) — only the most permeable soil recharges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controlled sweep:  </a:t>
            </a:r>
            <a:r>
              <a:rPr sz="1400">
                <a:solidFill>
                  <a:srgbClr val="0F172A"/>
                </a:solidFill>
              </a:rPr>
              <a:t>confirms causality: clay 5→55% collapses recharge 755→9 mm/yr with everything else fixed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A1 — Naches: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806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A2 — Naches: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806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-84.8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486.1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4.05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3.94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363.5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3.60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338.8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3.56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19.98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27.68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863.2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3.56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634.9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26.38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27.19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20.18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A3 — Naches: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8.25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8.10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309.5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A4 — Naches: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8.25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648.3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8.10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A5 — Walla Walla: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8.65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silt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silt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silt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silt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A6 — Controlled soil sweep: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Qian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7.84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8.24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8.77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clay55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