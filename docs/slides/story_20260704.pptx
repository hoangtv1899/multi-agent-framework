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4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2026-07-04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“Determine the partitioning of runoff, infiltration, and recharge and the processes that control it across the Naches sub-watershed (HUC8 17030002, eastern Cascades, WA), and validate against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partitioning of precip+snowmelt into surface runoff, infiltration, and deep drainage (recharge) across the Naches, and attribute it to elevation/snow regime, soil layering, and ET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confront simulated SWE against SNOTEL and integrated runoff against USGS streamflow; treat recharge as an unvalidated water-balance residual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N=10 — stratified (elevation primary, soil-layering secondary) with validation columns pinned to observation sites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elevation bands x 2 soil contrasts = 8 to span the dominant snow-regime gradient and the infiltration-vs-recharge soil control, +2 replicates at the rain-snow transition (bands 2-3) where partitioning is most sensitive. Soil kept to 2 levels because only point SSURGO exists (gridded soil is a gap).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10/10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Key findings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1. Forcing is quantized to just **two precip values (793 and 1373 mm/yr)** and is *not* elevation-resolved — so any "elevation gradient" is really a wet/dry forcing switch (recharge–precip r=0.897 &gt; recharge–elevation r=0.593, elevation fit r²=0.35).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2. Two regimes emerge: **dry columns (col_01, col_04; 793 mm/yr) yield near-zero recharge** (−0.03, −0.08 mm/yr; recharge fraction ≈0) with drainage entirely as runoff; **wet columns (1373 mm/yr) send 81–87%** of drainage to recharge.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3. Within the wet regime (precip held at 1373, N=8) partitioning is **soil-controlled: recharge vs clay_max r=−0.877**, Ksat_min r=+0.512.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4. Clay signature is monotonic: col_06 (clay_max 7.5%) recharge 648 mm/yr → col_03/07/09 (14%) 576 → col_02 (25%) 347 → col_08 (21%) 309.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5. The dry-regime zero-recharge columns are **confounded** — both are low-precip *and* clay-rich (clay_max 31–32%), so low precip and impedance cannot be separated with these two replicates.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Water-balance story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Fractions reported are of drainage (runoff+recharge), not of precip. **Wet regime (1373 mm/yr):** runoff+recharge ≈ 661 mm (col_03), leaving ~700 mm to ET+storage; recharge dominates (576) over runoff (85). Deep, permeable, low-clay profiles (Ksat 9–28 µm/s) let melt percolate. **Dry regime (793 mm/yr):** runoff+recharge ≈ 53 mm, ~740 mm to ET; the clay subsoil (Ksat 3 µm/s) blocks vertical drainage so what little water isn't evaporated leaves as surface/lateral runoff. TWS seasonal ranges are large (467–1043 mm), consistent with strong snow accumulation/melt storage swings — but with 1-yr no-spin-up these storage terms are not equilibrated, so closure residuals cannot be trusted as recharge estimates.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Mechanism:** a low-Ksat clay base creates perched saturation above it; once the cap fills, further input is shed laterally (runoff) rather than draining downward, depressing recharge — exactly the col_02/col_08 (high-clay) vs col_06 (low-clay) contrast.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What the validation says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Water table:** model 8.37 m vs Fan 3.11 m vs USGS wells 15.23 m (n=9, not co-located). The column table is a shallow/perched feature; without groundwater coupling+spin-up these offsets are expected and it is **not validated**.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Water 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8.37 m vs Fan 3.11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490.1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8/8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Key findings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1. Under wet forcing (1373 mm/yr), the profile is drainage-dominated: recharge fraction 0.81–0.87, runoff only 0.13–0.19 (col_02–col_08).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2. The dry column (col_01, 793 mm/yr) collapses to runoff-only: recharge ≈ 0 (−0.03 mm/yr), runoff_fraction 1.0006 — a threshold/nonlinear water-availability effect, not a gradient.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3. Recharge tracks precip (r=0.908) far more than elevation (r=0.598, fit r²=0.36) — forcing is quantized to 2 values and NOT elevation-resolved, so no true elevation mechanism exists.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4. With precip held at 1373, recharge vs clay_max r=−0.906 is the dominant soil control; ksat_min only r=0.492.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5. Modeled water yield 557.8 mm/yr is ~2.5× below observed specific discharge 1426.8 mm/yr; daily NSE=−1.13, KGE=−0.57 (r=0.05).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Water-balance story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Two regimes emerge. **Wet columns (1373 mm):** e.g. col_05 sends 648 mm (0.87) to sub-surface drainage, 93.5 mm (0.13) to overland flow, leaving ~631 mm to ET+storage — a deep-percolation regime where the coarse, low-clay profiles (clay_max 7.5–14%) transmit almost all infiltrated water downward. **Dry column (col_01, 793 mm):** recharge is essentially zero and all 53.4 mm of yield is QOVER, with ~740 mm going to ET/storage. Mechanistically, col_01's silty restricting layer (clay_max 32.5%, ksat_min 3.0 µm/s) caps vertical conductivity so that under limited supply ET plus the low-ksat barrier starve recharge, forcing the small residual flux to the surface. Across the 7 wet columns the clay→recharge anticorrelation (−0.906) confirms the restricting layer partitions infiltration vs. drainage. TWS seasonal ranges are large (485–1043 mm) and WTD sits at ~8.1–8.8 m in all columns — a shallow/perched, un-spun-up table, so closure cannot be verified term-by-term from these outputs (no explicit residual given; the large TWS swing signals unequilibrated storage).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What the validation says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All quantitative validation is diagnostic of missing physics, not model skill. Yield is under-predicted 2.5× and the hydrograph is anti-skillful (NSE&lt;0, r=0.05, α=0.18 → far too little variability, β=0.06 → near-zero bias in mean but wrong timing). This is exactly the signature of **no routing + no snow + single-gauge headwater mismatch**: unrouted column-mean QOVER+QDRAI cannot reproduce snowmelt-driven timing. WTD (8.31 m model vs 1.18 Fan vs 15.23 obs wells) confirms decoupling of the column from regional groundwater without coupling/spin-up. SWE is context-only (this run predates H2OSNO output).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Caveats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Forcing is uniform coarse reanalysis (only 2 precip values, no lapse/orographic), so the brief's primary elevation/snow control is absent — treat any "elevation slope" as spurious. 1-yr, no spin-up ⇒ deep storage/WTD unreliable. Single-column, no routing ⇒ no integrated streamflow. SSURGO gave one point; the soil axis is inferred from 7 profiles with only col_01 as the high-clay leverage point — the −0.906 correlation hinges heavily on that single dry/clay-rich replicate (N=1 at the clay extreme, and it is confounded with lower precip).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Recommended next experiments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1. **Elevation-downscaled forcing** (lapse rate + orographic precip) to separate the confounded precip/elevation signal and enable the intended snow-regime test.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2. **Runoff routing + area-weighted aggregation** to gage 12488500, re-scoring NSE/KGE — directly addresses the −1.13 NSE.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3. **Multi-year spin-up + groundwater coupling** to equilibrate WTD before comparing to Fan/well data (8.31 vs 15.23 m).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8.31 m vs Fan 1.18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557.8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NSE=-1.127, KGE=-0.567 (r=0.052, variability α=0.182, bias β=0.057)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698" y="3383280"/>
            <a:ext cx="389229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3 — Walla Walla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17070102 · 4600.97 km² · elevation 169.4–1675.0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Walla Walla basin (HUC8 17070102), validate with observations. Thanks”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column-scale partitioning of precipitation among surface runoff, sub-surface drainage/deep recharge (QDRAI), and ET, and its sensitivity to the levers the stack can pull (soil texture, 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simulated water balance against observed streamflow (integrated), water-table depth, and SNOTEL SWE — to the extent each is feasible in-domain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(soil × elevation-band surface data) with forcing-period treatments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Four elevation bands give surface-data (soil/PFT) spanning across the basin; sampling ~2 columns per band (dominant + secondary soil where heterogeneity exists once gridded soil is ingested) yields 8. This is NOT an elevation/climate test — forcing is uniform — it spans surface heterogeneity. The forcing-period axis (baseline/wet/drought) is applied as a treatment over the same columns, not as extra columns, to probe partitioning sensitivity to climate variability.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Elevation/climate-gradient control on partitioning (snow-dominated headwaters vs. semi-arid lowland)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SNOTEL SWE / montane snowpack validation — needs elevation-downscaled forcing + snow/SWE history output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4/4 columns succeeded · ~7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783" y="1463040"/>
            <a:ext cx="7402128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Key findings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1. Under uniform 530 mm/yr forcing, ET dominates the budget: for all silt-loam/loam columns runoff is only ~26–30 mm/yr and recharge ≈0, so ~500 mm/yr (~94%) leaves as ET+storage.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2. Partitioning is entirely soil-driven, not elevation-driven: precip is quantized to one value (530), elevation fit is weak (r²=0.20, r=−0.44), so no climate gradient is testable.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3. The single sandy-loam column (col_02, Ksat 92 µm/s, clay 3.5%) is the sole recharge outlier: 94.8 mm/yr recharge (71% of P), 38.5 runoff (29%) — a one-column leverage point.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4. Recharge tracks Ksat almost perfectly (r=0.993) and is impeded by clay (recharge–clay r=−0.55, runoff–clay r=−0.57).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5. Silt-loam/loam columns (Ksat 0.9–9 µm/s) show slightly negative recharge (−0.004 to −0.69 mm/yr): net upward flux, i.e. no deep drainage at all.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6. Modeled water yield 40.7 mm/yr is 4–17× below the four gauges (151.6, 714.9, 404.3, 158.1 mm/yr); daily hydrograph NSE=−1.46, KGE=−0.15.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Water-balance story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With P≈530 mm/yr held uniform, the columns partition into two regimes. **Low-Ksat regime (7 of 8, Ksat ≤9 µm/s):** infiltration cannot outrun evaporative demand, so ET consumes ~500 mm/yr, surface runoff (QOVER) is ~26–30 mm/yr, and QDRAI is effectively zero or slightly negative — the deep node draws water upward, meaning no recharge to the water table. **High-Ksat regime (col_02, sandy loam):** rapid infiltration routes 94.8 mm/yr to deep drainage and cuts ET's share, flipping the recharge:runoff ratio to 2.46. TWS seasonal ranges (238–291 mm) are large relative to fluxes, so the 1-yr, no-spin-up run has substantial transient storage change; closure "residual" is therefore not cleanly attributable and should not be over-read. The mechanism is textbook: clay lowers Ksat, throttling vertical percolation and forcing water to either evaporate or run off — which is exactly what col_04 (clay_max 45%, Ksat 0.91) shows (recharge ≈ −0.004).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What the validation says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Every quantitative target fails as expected for single-column physics: yield underpredicts gauges 4–17×, NSE/KGE are negative (r=0.235, α=0.70, β=0.19 — the model has both timing and volume errors), and modeled shallow ZWT (8.8 m) vs Fan (43.7 m) vs wells (63.9 m) confirms the column table is a transient perched feature, not the regional aquifer. SWE is context-only (obs peak 843 mm vs 530 mm forcing). None of this indicts the partitioning physics — it quantifies the cost of missing routing, snow, spin-up, and downscaled forcing.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Caveats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No elevation-resolved forcing → the recharge–elevation slope (−31.8/1000 m) is an artifact of soil covarying with band; ignore it.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N=8 with only col_02 as high-Ksat: the entire "recharge happens" conclusion rests on one replicate.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1-yr, no spin-up: deep states/TWS unequilibrated; negative recharge partly transient.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No routing → gauge comparisons are order-of-magnitude only; gauges likely drain wetter headwaters.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2 · stream gages 159 · GW wells 200 (4/10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43.71 m vs observed wells 63.94 m (median; n=4)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40.7 mm/yr vs observed specific discharge 151.6, 714.9, 404.3, 158.1 mm/yr (Tucannon River Near Starbuck, Wa, Mill Creek Near Walla Walla, Wa, Mill Creek At Walla Walla, Wa, Walla Walla River Near Touchet,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NSE=-1.462, KGE=-0.151 (r=0.235, variability α=0.702, bias β=0.193)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843–843 mm across stations vs column forcing precip 530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044" y="3383280"/>
            <a:ext cx="3987607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4 — Controlled soil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7 uniform-soil treatments (clay05, clay10, clay18, clay27, clay35, clay45, clay55) at one site — forcing, vegetation and location held identical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“Controlled experiment: how does soil texture (clay content) control the runoff/recharge partitioning?”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design:  </a:t>
            </a:r>
            <a:r>
              <a:rPr sz="1400">
                <a:solidFill>
                  <a:srgbClr val="0F172A"/>
                </a:solidFill>
              </a:rPr>
              <a:t>conceptual archetype — vary ONE factor (clay 5→55%), hold everything else fixed; the cleanest isolation of soil control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7/7 columns succeeded · ~3 min each (~15 s clone per column, shared executable)</a:t>
            </a:r>
          </a:p>
        </p:txBody>
      </p:sp>
      <p:pic>
        <p:nvPicPr>
          <p:cNvPr id="4" name="Picture 3" descr="soil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90" y="1463040"/>
            <a:ext cx="5116315" cy="2377440"/>
          </a:xfrm>
          <a:prstGeom prst="rect">
            <a:avLst/>
          </a:prstGeom>
        </p:spPr>
      </p:pic>
      <p:pic>
        <p:nvPicPr>
          <p:cNvPr id="5" name="Picture 4" descr="debug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343" y="3931920"/>
            <a:ext cx="6391008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Key findings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1. Recharge collapses monotonically with clay: 754.7 mm/yr (clay5) → 8.6 mm/yr (clay55), an ~88× drop at fixed precip (1373 mm/yr); r = −0.932.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2. Recharge:runoff ratio crosses 1.0 near clay45 (0.97), flipping the column from recharge-dominated (clay5 = 7.24) to runoff-dominated (clay55 = 0.12).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3. Runoff does NOT rise with clay — it *falls* from 104.3 → 69.9 mm/yr (r = −0.733), counter to the expected infiltration-excess response.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4. The missing budget term (precip − recharge − runoff) balloons from ~514 mm (clay5) to ~1291 mm (clay55, 94% of precip), implying ET/storage absorbs nearly all rejected recharge.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5. Water-table depth deepens only slightly (7.84 → 8.80 m) and TWS seasonal range is nearly flat (~950–1002 mm), so the huge recharge signal is not showing up in equilibrated storage.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Water-balance story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The reported `recharge_fraction`/`runoff_fraction` sum to 1.0 exactly — they are fractions of (recharge+runoff), **not** of precip, so they hide ET. Reconstructing against the 1373 mm forcing: low-clay columns partition ~55% to recharge, ~8% to runoff, ~37% to ET+storage. High-clay columns partition &lt;1% to recharge, ~5% to runoff, and ~94% to ET+ΔS. Mechanistically, low K_sat clay throttles vertical drainage, so infiltrated water is held in shallow layers where it is re-evaporated rather than either recharging or generating surface runoff. That evaporative shunt explains why runoff paradoxically declines. Closure cannot be verified — no explicit ET, infiltration, or ΔS terms were provided, and the 1291 mm residual is too large to be physical steady-state; some is almost certainly transient storage drawdown from the missing spin-up.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What the validation says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Nothing. `targets` is null and `hydrograph_metrics` is empty — there is no observational anchor. Every absolute flux (recharge, runoff, WTD) is unconstrained; only the *relative* clay response is defensible.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Caveats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Coarse uniform forcing + single-column physics: no lateral flow, no routing, so "runoff" here is a local generation term, not streamflow — its non-monotonicity may be a physics artifact.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1-yr, no spin-up: storage/WTD not equilibrated; the growing residual is likely partly transient.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N=7, no replicates; clay55 is a leverage endpoint driving the ratio&lt;1 crossing and the −0.932 correlation. One anomalous column would shift conclusions.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K_sat not reported (`ksat_min_ums` null), so the clay→drainage link is inferred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-0.1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(r=-0.877)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-0.0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(r=-0.906)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Walla Walla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-0.7 → 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recharge_vs_ksat_min (r=0.993)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Controlled soil sweep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8.6 → 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(r=-0.932)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A1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A2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A3 — Walla Walla: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A4 — Controlled soil sweep: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7.84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