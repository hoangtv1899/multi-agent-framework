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4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2026-07-04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Answer**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In the wet columns (1373 mm/yr precip) recharge dominates partitioning at 81–87% of throughput (~510–650 mm/yr) with only 13–19% runoff, whereas the two dry columns (793 mm/yr) yield essentially zero recharge and route nearly all water to runoff — so partitioning is set by precipitation forcing (r=0.897) and soil clay (r=−0.877), not elevation (weak fit, r²=0.35).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Why**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step 793→1373 mm/yr -&gt; recharge fraction −0.001→0.81+ : threshold wetness enables drainage.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Clay-max ↑ (col_02/08, 25–31%) -&gt; recharge drops to 310–347 mm/yr : low-Ksat base perches flow.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Low-clay/high-Ksat (col_03/06, ≤14%) -&gt; recharge peaks 576–648 mm/yr : open profile drains freely.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Elevation +1000 m -&gt; runoff only +18 mm/yr (r²=0.20) : elevation acts mainly via forcing, unresolved here.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Trust**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Modeled water yield 490 vs observed 1427 mm/yr under-predicts ~3× (headwater gauge bias); recharge is an unvalidated residual. Top caveat: precip is quantized to 2 bins, not elevation-downscaled, so the elevation gradient is artificial.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Next**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Rerun with elevation-downscaled forcing to separate snow-regime from the precip step.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Add gridded soil + groundwater coupling to test the clay-recharge control and deep-WTD offset (8.4 vs 15 m).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Answer**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Under wetter forcing (1373 mm/yr) the representative Naches profile routes ~81–87% of water to sub-surface drainage/recharge and only ~13–19% to surface runoff (col_02–08), but this partitioning is soil- and forcing-controlled, not elevation-driven. Observational validation largely fails (streamflow NSE=−1.13, KGE=−0.57), so the split is a process result, not a validated basin flux.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Why**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793→1373 mm/yr -&gt; recharge flips −0.03 to 346–648 mm/yr (r=0.908) -&gt; deeper profile wetting.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Higher clay_max -&gt; lower recharge (r=−0.906) -&gt; low-Ksat layer impedes vertical drainage.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Dry column (col_01, 793 mm) -&gt; recharge_fraction −0.0006, runoff ~1.0 -&gt; ET consumes nearly all infiltration.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Elevation fit weak (r²=0.36, uniform forcing) -&gt; no resolvable snow/orographic control.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Trust**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Wells (obs 15.2 m vs model 8.3 m ZWT) and streamflow (557 vs 1427 mm/yr; NSE=−1.13) contradict absolute fluxes; top caveat — single unrouted, un-spun-up columns with elevation-uniform forcing cannot reproduce integrated gauge flow.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Next**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Add runoff routing + area-weighting to test the modeled 13–19% runoff share against gauge yield.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Apply elevation-downscaled forcing + SWE output to resolve the missing snow-regime partitioning control.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NSE=-1.127, KGE=-0.567 (r=0.052, variability α=0.182, bias β=0.057)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698" y="3383280"/>
            <a:ext cx="389229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783" y="1463040"/>
            <a:ext cx="7402128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Answer**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Partitioning is runoff- and ET-dominated: with uniform 530 mm/yr precip, 7 of 8 columns route essentially all drainage to surface runoff (~26–30 mm/yr) with near-zero/negative recharge, leaving ET as the ~500 mm/yr residual. Deep recharge appears only in the sandy-loam column (col_02: 94.8 mm/yr, 71% of P), so recharge is soil-controlled, not elevation-controlled.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Why**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High Ksat -&gt; recharge (r=0.993); col_02 (Ksat 92 µm/s) yields 94.8 mm/yr — coarse soil permits drainage.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High clay -&gt; suppressed recharge (r=−0.545); silt/loam columns (Ksat 0.9–9) sit at ~0 mm/yr — fine pores impede percolation.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Uniform forcing (1 precip bin, 530 mm/yr) -&gt; weak elevation fit (r²=0.20) — apparent gradient is really soil.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Low runoff + ~0 recharge -&gt; ET dominates (~500 mm/yr residual) — semi-arid evaporative demand.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Trust**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Observations contradict magnitude: yield 40.7 vs gauged 152–715 mm/yr, hydrograph NSE=−1.46, WTD 8.8 vs 63.9 m. Top caveat: single-column, no routing/spin-up/elevation-downscaled forcing — headwater snow and lateral flow are missing.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Next**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Add elevation-downscaled forcing + SWE output to capture montane snowmelt runoff (missing yield).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Ingest gridded soil + spin-up to test whether coarse-soil fraction reconciles recharge and water-table depth.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NSE=-1.462, KGE=-0.151 (r=0.235, variability α=0.702, bias β=0.193)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843–843 mm across stations vs column forcing precip 530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044" y="3383280"/>
            <a:ext cx="3987607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90" y="1463040"/>
            <a:ext cx="5116315" cy="237744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343" y="3931920"/>
            <a:ext cx="6391008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Answer**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Increasing topsoil clay from 5% to 55% cuts annual recharge ~88× (754.7→8.6 mm/yr) and flips the system from recharge- to runoff-dominated: recharge fraction drops 0.88→0.10 while runoff fraction rises 0.12→0.90, with the crossover near 45% clay (recharge:runoff ≈0.97).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Why**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 5→55% -&gt; recharge 754.7→8.6 mm/yr; low Ksat blocks infiltration.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 5→55% -&gt; runoff fraction 0.12→0.90; rejected water runs off.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Clay_max -&gt; recharge r=−0.932 (forcing held 1373 mm/yr); soil-driven, not climate.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Clay 5→55% -&gt; water table 7.84→8.80 m; less deep drainage, deeper WT.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Trust**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Strong soil-recharge signal (r=−0.932) with precip fixed isolates texture; but no observational validation and Ksat values are null, so the recharge-clay mapping rests on model pedotransfer assumptions.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Next**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Add water-table/streamflow observations to confirm the ~45% runoff crossover.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Vary Ksat independently of clay% (currently null) to disentangle texture vs. conductivity control on recharge.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A3 — Walla Walla: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A4 — Controlled soil sweep: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7.84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