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</a:rPr>
              <a:t>From a question to a validated simulation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Multi-agent LLM framework on NERSC Perlmutter — 4 executed case studies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question → plan → sampling → per-column ELM runs → analysis → observation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generated 2026-07-02 from workflow_outputs/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1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“Determine the partitioning of runoff, infiltration, and recharge and the processes that control it across the Naches sub-watershed (HUC8 17030002, eastern Cascades, WA), and validate against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partitioning of precip+snowmelt into surface runoff, infiltration, and deep drainage (recharge) across the Naches, and attribute it to elevation/snow regime, soil layering, and ET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confront simulated SWE against SNOTEL and integrated runoff against USGS streamflow; treat recharge as an unvalidated water-balance residual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N=10 — stratified (elevation primary, soil-layering secondary) with validation columns pinned to observation sites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elevation bands x 2 soil contrasts = 8 to span the dominant snow-regime gradient and the infiltration-vs-recharge soil control, +2 replicates at the rain-snow transition (bands 2-3) where partitioning is most sensitive. Soil kept to 2 levels because only point SSURGO exists (gridded soil is a gap).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408" y="1051560"/>
            <a:ext cx="805687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execution:  </a:t>
            </a:r>
            <a:r>
              <a:rPr sz="1400">
                <a:solidFill>
                  <a:srgbClr val="0F172A"/>
                </a:solidFill>
              </a:rPr>
              <a:t>10/10 columns succeeded · ~3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51" y="1600200"/>
            <a:ext cx="7750593" cy="251460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104" y="4251960"/>
            <a:ext cx="5411487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precip is quantized to 2 value(s) [793, 1373] mm/yr — coarse DATM forcing, NOT elevation-resolved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recharge tracks precip (r=0.897) more than elevation (r=0.593) — response is forcing/soil-controlled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linear elevation fit is weak (r2=0.351) — the elevation 'gradient' is not a reliable summary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1373 mm/yr, 8 columns): strongest predictor = recharge_vs_clay_max (r=-0.877)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2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408" y="1051560"/>
            <a:ext cx="805687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execution:  </a:t>
            </a:r>
            <a:r>
              <a:rPr sz="1400">
                <a:solidFill>
                  <a:srgbClr val="0F172A"/>
                </a:solidFill>
              </a:rPr>
              <a:t>8/8 columns succeeded · ~3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51" y="1600200"/>
            <a:ext cx="7750593" cy="251460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104" y="4251960"/>
            <a:ext cx="5411487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41839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precip is quantized to 2 value(s) [793, 1373] mm/yr — coarse DATM forcing, NOT elevation-resolved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recharge tracks precip (r=0.908) more than elevation (r=0.598) — response is forcing/soil-controlled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linear elevation fit is weak (r2=0.358) — the elevation 'gradient' is not a reliable summary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1373 mm/yr, 7 columns): strongest predictor = recharge_vs_clay_max (r=-0.906)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[COMPARED] water-table depth: model ZWT mean 8.41 m vs Fan 29.02 m (bias -20.61 m)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[context-only] integrated streamflow: modeled basin water yield (runoff+recharge) ≈ 557.8 mm/yr (reference; a single column produces no routed streamflow)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[context-only] snow water equivalent: SNOTEL stations present, but the run has no SWE output to compare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3 — Walla Walla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17070102 · 4600.97 km² · elevation 169.4–1675.0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Walla Walla basin (HUC8 17070102), validate with observations. Thanks”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column-scale partitioning of precipitation among surface runoff, sub-surface drainage/deep recharge (QDRAI), and ET, and its sensitivity to the levers the stack can pull (soil texture, 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simulated water balance against observed streamflow (integrated), water-table depth, and SNOTEL SWE — to the extent each is feasible in-domain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(soil × elevation-band surface data) with forcing-period treatments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Four elevation bands give surface-data (soil/PFT) spanning across the basin; sampling ~2 columns per band (dominant + secondary soil where heterogeneity exists once gridded soil is ingested) yields 8. This is NOT an elevation/climate test — forcing is uniform — it spans surface heterogeneity. The forcing-period axis (baseline/wet/drought) is applied as a treatment over the same columns, not as extra columns, to probe partitioning sensitivity to climate variability.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Elevation/climate-gradient control on partitioning (snow-dominated headwaters vs. semi-arid lowland)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SNOTEL SWE / montane snowpack validation — needs elevation-downscaled forcing + snow/SWE history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408" y="1051560"/>
            <a:ext cx="805687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execution:  </a:t>
            </a:r>
            <a:r>
              <a:rPr sz="1400">
                <a:solidFill>
                  <a:srgbClr val="0F172A"/>
                </a:solidFill>
              </a:rPr>
              <a:t>4/4 columns succeeded · ~7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60" y="1600200"/>
            <a:ext cx="7829174" cy="251460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104" y="4251960"/>
            <a:ext cx="5411487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41839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precip is quantized to 1 value(s) [530] mm/yr — coarse DATM forcing, NOT elevation-resolved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linear elevation fit is weak (r2=0.196) — the elevation 'gradient' is not a reliable summary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530 mm/yr, 8 columns): strongest predictor = recharge_vs_ksat_min (r=0.993)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[COMPARED] water-table depth: model ZWT mean 8.78 m vs Fan 53.93 m (bias -45.15 m)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[context-only] integrated streamflow: modeled basin water yield (runoff+recharge) ≈ 42.4 mm/yr (reference; a single column produces no routed streamflow)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[context-only] snow water equivalent: SNOTEL stations present, but the run has no SWE output to compare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4 — Controlled soil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7 uniform-soil treatments (clay05, clay10, clay18, clay27, clay35, clay45, clay55) at one site — forcing, vegetation and location held identical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“Controlled experiment: how does soil texture (clay content) control the runoff/recharge partitioning?”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design:  </a:t>
            </a:r>
            <a:r>
              <a:rPr sz="1400">
                <a:solidFill>
                  <a:srgbClr val="0F172A"/>
                </a:solidFill>
              </a:rPr>
              <a:t>conceptual archetype — vary ONE factor (clay 5→55%), hold everything else fixed; the cleanest isolation of soil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Controlled soil sweep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execution:  </a:t>
            </a:r>
            <a:r>
              <a:rPr sz="1400">
                <a:solidFill>
                  <a:srgbClr val="0F172A"/>
                </a:solidFill>
              </a:rPr>
              <a:t>7/7 columns succeeded · ~3 min each (~15 s clone per column, shared executable)</a:t>
            </a:r>
          </a:p>
        </p:txBody>
      </p:sp>
      <p:pic>
        <p:nvPicPr>
          <p:cNvPr id="4" name="Picture 3" descr="soil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104" y="1600200"/>
            <a:ext cx="5411487" cy="2514600"/>
          </a:xfrm>
          <a:prstGeom prst="rect">
            <a:avLst/>
          </a:prstGeom>
        </p:spPr>
      </p:pic>
      <p:pic>
        <p:nvPicPr>
          <p:cNvPr id="5" name="Picture 4" descr="debug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987" y="4251960"/>
            <a:ext cx="67597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Controlled soil sweep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1373 mm/yr, 7 columns): strongest predictor = recharge_vs_clay_max (r=-0.932)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Cross-study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same framework, three experiments — the control on recharge/runoff partitioning depends on climate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forcing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recharge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strongest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793, 1373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-0.1 → 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(r=-0.877)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793, 1373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-0.0 → 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(r=-0.906)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Walla Walla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-0.7 → 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recharge_vs_ksat_min (r=0.993)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Controlled soil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8.6 → 754.7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(r=-0.932)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wet basin:  </a:t>
            </a:r>
            <a:r>
              <a:rPr sz="1400">
                <a:solidFill>
                  <a:srgbClr val="0F172A"/>
                </a:solidFill>
              </a:rPr>
              <a:t>recharge is CLAY-limited — water is ample; the impeding layer decides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dry basin:  </a:t>
            </a:r>
            <a:r>
              <a:rPr sz="1400">
                <a:solidFill>
                  <a:srgbClr val="0F172A"/>
                </a:solidFill>
              </a:rPr>
              <a:t>recharge is Ksat-limited (threshold) — only the most permeable soil recharges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controlled sweep:  </a:t>
            </a:r>
            <a:r>
              <a:rPr sz="1400">
                <a:solidFill>
                  <a:srgbClr val="0F172A"/>
                </a:solidFill>
              </a:rPr>
              <a:t>confirms causality: clay 5→55% collapses recharge 755→9 mm/yr with everything else fixed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