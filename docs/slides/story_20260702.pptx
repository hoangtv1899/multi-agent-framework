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4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2026-07-02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08" y="1051560"/>
            <a:ext cx="805687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551" y="1600200"/>
            <a:ext cx="7750593" cy="251460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104" y="4251960"/>
            <a:ext cx="5411487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is quantized to 2 value(s) [793, 1373] mm/yr — coarse DATM forcing, NOT elevation-resolved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recharge tracks precip (r=0.897) more than elevation (r=0.593) — response is forcing/soil-controlled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linear elevation fit is weak (r2=0.351) — the elevation 'gradient' is not a reliable summary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1373 mm/yr, 8 columns): strongest predictor = recharge_vs_clay_max (r=-0.877)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in-domain obs:  </a:t>
            </a:r>
            <a:r>
              <a:rPr sz="13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water-table depth:  </a:t>
            </a:r>
            <a:r>
              <a:rPr sz="1300">
                <a:solidFill>
                  <a:srgbClr val="0F172A"/>
                </a:solidFill>
              </a:rPr>
              <a:t>model ZWT median 8.37 m vs Fan 3.11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streamflow (water yield):  </a:t>
            </a:r>
            <a:r>
              <a:rPr sz="1300">
                <a:solidFill>
                  <a:srgbClr val="0F172A"/>
                </a:solidFill>
              </a:rPr>
              <a:t>modeled yield 490.1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streamflow (daily hydrograph):  </a:t>
            </a:r>
            <a:r>
              <a:rPr sz="13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snow water equivalent:  </a:t>
            </a:r>
            <a:r>
              <a:rPr sz="13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413" y="3520440"/>
            <a:ext cx="9418869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08" y="1051560"/>
            <a:ext cx="805687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551" y="1600200"/>
            <a:ext cx="7750593" cy="251460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104" y="4251960"/>
            <a:ext cx="5411487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is quantized to 2 value(s) [793, 1373] mm/yr — coarse DATM forcing, NOT elevation-resolved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recharge tracks precip (r=0.908) more than elevation (r=0.598) — response is forcing/soil-controlled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linear elevation fit is weak (r2=0.358) — the elevation 'gradient' is not a reliable summary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1373 mm/yr, 7 columns): strongest predictor = recharge_vs_clay_max (r=-0.906)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in-domain obs:  </a:t>
            </a:r>
            <a:r>
              <a:rPr sz="13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water-table depth:  </a:t>
            </a:r>
            <a:r>
              <a:rPr sz="1300">
                <a:solidFill>
                  <a:srgbClr val="0F172A"/>
                </a:solidFill>
              </a:rPr>
              <a:t>model ZWT median 8.31 m vs Fan 1.18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streamflow (water yield):  </a:t>
            </a:r>
            <a:r>
              <a:rPr sz="1300">
                <a:solidFill>
                  <a:srgbClr val="0F172A"/>
                </a:solidFill>
              </a:rPr>
              <a:t>modeled yield 557.8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streamflow (daily hydrograph):  </a:t>
            </a:r>
            <a:r>
              <a:rPr sz="1300">
                <a:solidFill>
                  <a:srgbClr val="0F172A"/>
                </a:solidFill>
              </a:rPr>
              <a:t>NSE=-1.127, KGE=-0.567 (r=0.052, variability α=0.182, bias β=0.057) — column-mean QOVER+QDRAI vs gauge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snow water equivalent:  </a:t>
            </a:r>
            <a:r>
              <a:rPr sz="13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1750" y="3520440"/>
            <a:ext cx="4128195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08" y="1051560"/>
            <a:ext cx="8056879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260" y="1600200"/>
            <a:ext cx="7829174" cy="251460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104" y="4251960"/>
            <a:ext cx="5411487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precip is quantized to 1 value(s) [530] mm/yr — coarse DATM forcing, NOT elevation-resolved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linear elevation fit is weak (r2=0.196) — the elevation 'gradient' is not a reliable summary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530 mm/yr, 8 columns): strongest predictor = recharge_vs_ksat_min (r=0.993)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in-domain obs:  </a:t>
            </a:r>
            <a:r>
              <a:rPr sz="1300">
                <a:solidFill>
                  <a:srgbClr val="0F172A"/>
                </a:solidFill>
              </a:rPr>
              <a:t>SNOTEL 2 · stream gages 159 · GW wells 200 (4/10 sampled have records)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water-table depth:  </a:t>
            </a:r>
            <a:r>
              <a:rPr sz="1300">
                <a:solidFill>
                  <a:srgbClr val="0F172A"/>
                </a:solidFill>
              </a:rPr>
              <a:t>model ZWT median 8.8 m vs Fan 43.71 m vs observed wells 63.94 m (median; n=4)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streamflow (water yield):  </a:t>
            </a:r>
            <a:r>
              <a:rPr sz="1300">
                <a:solidFill>
                  <a:srgbClr val="0F172A"/>
                </a:solidFill>
              </a:rPr>
              <a:t>modeled yield 40.7 mm/yr vs observed specific discharge 151.6, 714.9, 404.3, 158.1 mm/yr (Tucannon River Near Starbuck, Wa, Mill Creek Near Walla Walla, Wa, Mill Creek At Walla Walla, Wa, Walla Walla River Near Touchet, Wa)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✓ COMPARED — streamflow (daily hydrograph):  </a:t>
            </a:r>
            <a:r>
              <a:rPr sz="1300">
                <a:solidFill>
                  <a:srgbClr val="0F172A"/>
                </a:solidFill>
              </a:rPr>
              <a:t>NSE=-1.462, KGE=-0.151 (r=0.235, variability α=0.702, bias β=0.193) — column-mean QOVER+QDRAI vs gauge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· context-only — snow water equivalent:  </a:t>
            </a:r>
            <a:r>
              <a:rPr sz="1300">
                <a:solidFill>
                  <a:srgbClr val="0F172A"/>
                </a:solidFill>
              </a:rPr>
              <a:t>observed peak SWE 843–843 mm across stations vs column forcing precip 530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207" y="3520440"/>
            <a:ext cx="42292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execution:  </a:t>
            </a:r>
            <a:r>
              <a:rPr sz="14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104" y="1600200"/>
            <a:ext cx="5411487" cy="251460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5987" y="4251960"/>
            <a:ext cx="675972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finding:  </a:t>
            </a:r>
            <a:r>
              <a:rPr sz="1400">
                <a:solidFill>
                  <a:srgbClr val="0F172A"/>
                </a:solidFill>
              </a:rPr>
              <a:t>soil control (forcing held at 1373 mm/yr, 7 columns): strongest predictor = recharge_vs_clay_max (r=-0.932)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